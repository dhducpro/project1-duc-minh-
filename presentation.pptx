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8" r:id="rId4"/>
    <p:sldId id="277" r:id="rId5"/>
    <p:sldId id="259" r:id="rId6"/>
    <p:sldId id="260" r:id="rId7"/>
    <p:sldId id="269" r:id="rId8"/>
    <p:sldId id="276" r:id="rId9"/>
    <p:sldId id="262" r:id="rId10"/>
    <p:sldId id="272" r:id="rId11"/>
    <p:sldId id="270" r:id="rId12"/>
    <p:sldId id="273" r:id="rId13"/>
    <p:sldId id="271" r:id="rId14"/>
    <p:sldId id="274" r:id="rId15"/>
    <p:sldId id="27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F9A37-9A8F-42AA-9DA9-295A61D39671}" type="datetimeFigureOut">
              <a:rPr lang="en-SG" smtClean="0"/>
              <a:t>10/4/2025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0BC1B-FFD3-4CBA-9BB3-310B4BDB297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5375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54B4-1834-87D7-D6E3-226AD58B6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E06E7-DF3C-17F5-0480-387488420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D86C9-69E5-D2A1-C9FD-1AB6C9BB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E0E08-0868-C257-CAE0-18F50AD2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CD9B6-AE51-0C3B-BAC4-28807332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62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CDC4-DD28-1F16-9185-49691455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4E11-90D0-A13F-28F2-14B76977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13421-85D4-A5D5-D803-277C86E1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43EB9-C3BB-EEFA-5C92-D2CC4D55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C0903-51CE-D219-198E-77468A39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27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4A17-D6C3-4D90-D9F9-8E783BF4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DD1E-73AB-3B43-D5A7-5C9175F2C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8A162-72E5-7EC1-6414-A7321D06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BAF6D-0016-B13E-9237-6BEC1DA3C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C1594-CEBA-3AB5-29BA-EF63CF68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0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21A9-B4CF-2AE1-0B77-A3A01EA2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89DD9-7968-4112-8A76-363BFF1F4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B4B01-380E-BF64-AC56-C8615D4F6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FFCD4-22A9-B92E-3DA6-4C62C49F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591B7-835C-C620-C81E-0CD634A5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59A59-1CFF-4057-2402-178CD325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5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9694-FCE8-6B54-9BA3-173196D1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A2E73-CC5B-2A37-EF4A-D5C905DFD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DC7F8-B07E-58A1-B86A-7888B7DC0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71F09-320B-9F50-67C6-84131A6AA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896B9-258E-D697-2190-B05144DAE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E23EA9-AFCB-D21A-F62B-0BB3C7A4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1BB271-B36B-8908-C3FC-9A5ABF9F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90672A-CC57-2C8E-8533-3816BE663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57F1-7E08-5922-0E6D-83A40AF4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8C462-11E3-5F48-1F61-45FECC22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D0B08A-DD8F-C800-6956-D9215588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88945-D1F2-8DE0-98DA-861E2544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3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43A3A-A246-A7F2-5B20-3E18FB7F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403604-FB46-26EC-05CA-6D0FB6A6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113EC-C9DA-7B2E-BBA0-EC9740B8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7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72EB-D43C-A460-1EAC-83DB8921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9AC5-9334-99B0-1C8C-0B27D090C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984B5-1FF7-0941-58BC-2BB4F750F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492D8-13FC-2D82-45FF-7A0AF3D2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BD6B4-B88A-5DBF-BF2E-05ED7182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A94F9-3DBD-63B5-67E7-FBE25A5D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8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BC53-085E-F922-8DCE-744719C9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756B-71FE-7D91-A949-50BAF9394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15CF5-24A3-7DBB-DC3B-E9D070B57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2FF06-F2CF-79F1-123E-D2EA032F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641A7-AFA4-81FB-B5D6-A486EE2C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2C7F-C6EE-3655-05A5-D706800A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15C9-B9FF-95FC-6086-903AEA7A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71B9C-8162-C34A-C7F9-38E8B5700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2BDD3-53A1-9D9F-2698-1F3067E4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76C52-DD9D-363E-A7E0-284B7CCEA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93A7C-A07E-C980-D12C-B2EC1B9D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6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A5103-811F-3388-7736-7A723EC7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09319-52F0-1214-5928-F057AB51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0CB9C-92BB-8788-5185-FC409768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6ABC5-B108-4FE1-7089-325D3D84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7A7F8-6DB1-2299-F183-2C93B325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3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0F7B7-C80D-5906-F412-FD3B46CAA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E5D98-89C2-914E-C466-7416C9A28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E5A53-CC32-88F2-5BB9-5A498B8EE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55D6A-40AA-4443-9DE1-8C1E9243EE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2968B-0E62-C35B-CA3A-F10349CA9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B820C-DE76-463B-542F-A2DD8CCDA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5578A-B3A5-4C99-BD2E-76ECB1C9A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8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EA7991-2B0A-A2F4-ED9C-22DF7D1CF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r>
              <a:rPr lang="en-US" sz="5400">
                <a:solidFill>
                  <a:srgbClr val="FFFFFF"/>
                </a:solidFill>
              </a:rPr>
              <a:t>Investigating Animal Shelter Intake and Outcome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FFAE-B04A-B9DE-B25F-D234E88E1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en-US" sz="2000"/>
              <a:t>A Data Analysis Proposal for Long Beach Animal Shelter</a:t>
            </a:r>
            <a:br>
              <a:rPr lang="en-US" sz="2000"/>
            </a:br>
            <a:r>
              <a:rPr lang="en-US" sz="2000"/>
              <a:t>Group 5: Tran Trung Duc, Mai Tuan Minh</a:t>
            </a:r>
          </a:p>
        </p:txBody>
      </p:sp>
      <p:pic>
        <p:nvPicPr>
          <p:cNvPr id="7" name="Graphic 6" descr="Dog">
            <a:extLst>
              <a:ext uri="{FF2B5EF4-FFF2-40B4-BE49-F238E27FC236}">
                <a16:creationId xmlns:a16="http://schemas.microsoft.com/office/drawing/2014/main" id="{203D784F-C10F-C196-32EB-C4E6F007D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5646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2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58E6A-5B1F-555E-1115-AB0EFB38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Introduction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Long Beach, California, Has L.A. Vibes But A Charm All Its Own">
            <a:extLst>
              <a:ext uri="{FF2B5EF4-FFF2-40B4-BE49-F238E27FC236}">
                <a16:creationId xmlns:a16="http://schemas.microsoft.com/office/drawing/2014/main" id="{BED1A63D-7304-395F-FB14-C8253C7D2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3500284"/>
            <a:ext cx="2661965" cy="1675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979192-AE62-9A69-8799-A0588F6F3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8161" y="2861187"/>
            <a:ext cx="8900752" cy="231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5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2CE97-0A27-3EBF-28AD-57F12FF85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Dataset Overview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F4A314-8525-C316-4FD1-69E87A405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39" y="2362640"/>
            <a:ext cx="7826165" cy="324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3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6621-3F40-C68E-E49D-A9EBCC3E7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2AACB-A0C5-8AE3-3B43-1AAC4508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vi-VN" sz="6600" dirty="0" err="1"/>
              <a:t>Interactive</a:t>
            </a:r>
            <a:r>
              <a:rPr lang="vi-VN" sz="6600" dirty="0"/>
              <a:t> </a:t>
            </a:r>
            <a:r>
              <a:rPr lang="vi-VN" sz="6600" dirty="0" err="1"/>
              <a:t>Dashboard</a:t>
            </a:r>
            <a:endParaRPr lang="en-US"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2BA7B-ADEE-0343-CF12-21E2F16F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7" y="1825814"/>
            <a:ext cx="11865368" cy="34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8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7FC0A-8FFA-EB16-95AC-0AA929271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Reason for Choosing the Dataset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283473-9C11-E5D3-F416-28BC29C54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" y="2902894"/>
            <a:ext cx="11420856" cy="256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9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DE1FC-3C94-79BE-0FA3-0AF052938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838E55-D6B1-AC5A-A7AA-7DA453661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837524"/>
            <a:ext cx="10744200" cy="2981514"/>
          </a:xfrm>
          <a:prstGeom prst="rect">
            <a:avLst/>
          </a:prstGeom>
        </p:spPr>
      </p:pic>
      <p:pic>
        <p:nvPicPr>
          <p:cNvPr id="4" name="Picture 2" descr="Difference Between Latitude and Longitude (with Comparison Chart) - Key  Differences">
            <a:extLst>
              <a:ext uri="{FF2B5EF4-FFF2-40B4-BE49-F238E27FC236}">
                <a16:creationId xmlns:a16="http://schemas.microsoft.com/office/drawing/2014/main" id="{E582A238-AAF1-C417-662E-CC11A343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922" y="4278039"/>
            <a:ext cx="2171921" cy="221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74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69007-BED0-9307-90C8-F7E23BA1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Geographical Distribution of Animal Types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43901-B56E-3D42-3348-DBAD90433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202" y="428461"/>
            <a:ext cx="5854520" cy="578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51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F8B05-7174-70BD-FDA5-4B47F37D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D4308-7613-0BD1-6459-DDF706367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72" r="-2" b="25491"/>
          <a:stretch/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6DC603-A748-F048-13FB-E176D41A7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20" r="-2" b="-2"/>
          <a:stretch/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529C4-EA27-3BEC-E781-17B052AA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1524659"/>
            <a:ext cx="5019074" cy="27740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map can zoom-in and out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85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63317-3D84-6619-C4CC-2BEE84934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10515599" cy="12962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5DA210-8B3A-12FC-3D37-D1362D22F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36440"/>
            <a:ext cx="10515599" cy="320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3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9CDD9-28DC-2A59-D0DD-E0147633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Adoption Rates by Sex</a:t>
            </a:r>
          </a:p>
        </p:txBody>
      </p:sp>
      <p:sp>
        <p:nvSpPr>
          <p:cNvPr id="2059" name="Rectangle: Rounded Corners 2058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2050" name="Picture 2" descr="News Flash • To Spay or Neuter or Not to Spay or Neuter?">
            <a:extLst>
              <a:ext uri="{FF2B5EF4-FFF2-40B4-BE49-F238E27FC236}">
                <a16:creationId xmlns:a16="http://schemas.microsoft.com/office/drawing/2014/main" id="{6C490A5F-0F31-4C2B-C271-FCD67CD41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4640" y="2139484"/>
            <a:ext cx="4357991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10" descr="A graph of adoption rates&#10;&#10;AI-generated content may be incorrect.">
            <a:extLst>
              <a:ext uri="{FF2B5EF4-FFF2-40B4-BE49-F238E27FC236}">
                <a16:creationId xmlns:a16="http://schemas.microsoft.com/office/drawing/2014/main" id="{4AB7BBFD-7306-E517-1DDD-C4901A938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224" y="2139484"/>
            <a:ext cx="5480283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31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11BCA-5A7B-E3A1-28E6-54A7E683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Adoption Rates by Animal Type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20" name="Content Placeholder 19" descr="A graph of adoption rates by animal type&#10;&#10;AI-generated content may be incorrect.">
            <a:extLst>
              <a:ext uri="{FF2B5EF4-FFF2-40B4-BE49-F238E27FC236}">
                <a16:creationId xmlns:a16="http://schemas.microsoft.com/office/drawing/2014/main" id="{03027C10-A968-BB99-CAC7-C4625F20B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94" y="2139484"/>
            <a:ext cx="5480283" cy="40965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148BB8-7B87-1C62-EC44-2EEFDB9AC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2" y="2320032"/>
            <a:ext cx="5596128" cy="373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05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EF76A-B54E-D168-88D1-E3B74125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Adoption Rates by Intake Condition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adoption rates&#10;&#10;AI-generated content may be incorrect.">
            <a:extLst>
              <a:ext uri="{FF2B5EF4-FFF2-40B4-BE49-F238E27FC236}">
                <a16:creationId xmlns:a16="http://schemas.microsoft.com/office/drawing/2014/main" id="{189C5317-F36F-6E5D-791D-447FBFA4C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91766"/>
            <a:ext cx="7214616" cy="54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9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36215-88EA-7970-2FEB-5527D8F80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Adoption Rates by Primary Color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adoption rates&#10;&#10;AI-generated content may be incorrect.">
            <a:extLst>
              <a:ext uri="{FF2B5EF4-FFF2-40B4-BE49-F238E27FC236}">
                <a16:creationId xmlns:a16="http://schemas.microsoft.com/office/drawing/2014/main" id="{9F652D9A-0B0D-2460-DC66-47C5B2644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18821"/>
            <a:ext cx="7214616" cy="53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1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E173C-DE67-38A2-DA5D-AF016137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Adoption Rates by Reason for Intake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adoption rates&#10;&#10;AI-generated content may be incorrect.">
            <a:extLst>
              <a:ext uri="{FF2B5EF4-FFF2-40B4-BE49-F238E27FC236}">
                <a16:creationId xmlns:a16="http://schemas.microsoft.com/office/drawing/2014/main" id="{E02141B7-A27E-4854-8A1B-CCA798CEA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18821"/>
            <a:ext cx="7214616" cy="53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10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5A10-2A9F-F23C-74AE-148452BF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2671-6264-1C5C-793B-22D2E993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vi-VN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Apply</a:t>
            </a:r>
            <a:r>
              <a:rPr lang="vi-VN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Chi-</a:t>
            </a:r>
            <a:r>
              <a:rPr lang="vi-VN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square</a:t>
            </a:r>
            <a:r>
              <a:rPr lang="vi-VN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vi-VN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</a:t>
            </a:r>
            <a:endParaRPr lang="en-US" sz="6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7EE03EB5-C557-5A84-52D3-B621B4890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870" y="1094081"/>
            <a:ext cx="7007595" cy="41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63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76868-C9B3-3C98-BA96-C07BA520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9468F1-3F72-4632-B6F7-BB21D070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496" y="2734056"/>
            <a:ext cx="9677400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13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394554BE-F034-8227-AE7D-4167557A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48249-E48B-CA24-8684-B07A21CDD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3683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86</Words>
  <Application>Microsoft Office PowerPoint</Application>
  <PresentationFormat>Widescreen</PresentationFormat>
  <Paragraphs>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Avenir Next LT Pro</vt:lpstr>
      <vt:lpstr>Calibri</vt:lpstr>
      <vt:lpstr>Office Theme</vt:lpstr>
      <vt:lpstr>Investigating Animal Shelter Intake and Outcome Patterns</vt:lpstr>
      <vt:lpstr>Introduction</vt:lpstr>
      <vt:lpstr>Dataset Overview</vt:lpstr>
      <vt:lpstr>Interactive Dashboard</vt:lpstr>
      <vt:lpstr>Reason for Choosing the Dataset</vt:lpstr>
      <vt:lpstr>Research Question 1</vt:lpstr>
      <vt:lpstr>Geographical Distribution of Animal Types</vt:lpstr>
      <vt:lpstr>The map can zoom-in and out</vt:lpstr>
      <vt:lpstr>Research Question 2</vt:lpstr>
      <vt:lpstr>Adoption Rates by Sex</vt:lpstr>
      <vt:lpstr>Adoption Rates by Animal Type</vt:lpstr>
      <vt:lpstr>Adoption Rates by Intake Condition</vt:lpstr>
      <vt:lpstr>Adoption Rates by Primary Color</vt:lpstr>
      <vt:lpstr>Adoption Rates by Reason for Intake</vt:lpstr>
      <vt:lpstr>Apply Chi-square test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Trung Duc (CECS)</dc:creator>
  <cp:lastModifiedBy>Doanh 02 Thuong</cp:lastModifiedBy>
  <cp:revision>11</cp:revision>
  <dcterms:created xsi:type="dcterms:W3CDTF">2025-04-01T08:17:49Z</dcterms:created>
  <dcterms:modified xsi:type="dcterms:W3CDTF">2025-04-10T09:25:30Z</dcterms:modified>
</cp:coreProperties>
</file>